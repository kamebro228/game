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ПОСЛЕДНЯЯ СТАВКА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3BEC6"/>
                </a:solidFill>
                <a:latin typeface="Arial"/>
              </a:defRPr>
            </a:pPr>
            <a:r>
              <a:t>Приключенческий криминальный триллер для ПК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01</a:t>
            </a:r>
          </a:p>
        </p:txBody>
      </p:sp>
      <p:pic>
        <p:nvPicPr>
          <p:cNvPr id="6" name="Picture 5" descr="lastbet_est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01952"/>
            <a:ext cx="1088136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754880"/>
            <a:ext cx="10789920" cy="11887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Три профессионала. Одно ограбление в Макао.</a:t>
            </a:r>
          </a:p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Шанс исчезнуть — и цена, которую придётся заплатить.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Идея игры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F0F1EF"/>
                </a:solidFill>
                <a:latin typeface="Arial"/>
              </a:defRPr>
            </a:pPr>
            <a:r>
              <a:t>Ник Харпер собирает команду, чтобы украсть деньги преступной организации из казино в Макао.</a:t>
            </a:r>
          </a:p>
          <a:p>
            <a:pPr>
              <a:spcAft>
                <a:spcPts val="1200"/>
              </a:spcAft>
              <a:defRPr sz="2400" b="0">
                <a:solidFill>
                  <a:srgbClr val="F0F1EF"/>
                </a:solidFill>
                <a:latin typeface="Arial"/>
              </a:defRPr>
            </a:pPr>
            <a:r>
              <a:t>Ему нужна доля, чтобы исчезнуть и начать новую жизнь. От кого он бежит — пока тайна.</a:t>
            </a:r>
          </a:p>
          <a:p>
            <a:pPr>
              <a:spcAft>
                <a:spcPts val="1200"/>
              </a:spcAft>
              <a:defRPr sz="2400" b="0">
                <a:solidFill>
                  <a:srgbClr val="F0F1EF"/>
                </a:solidFill>
                <a:latin typeface="Arial"/>
              </a:defRPr>
            </a:pPr>
            <a:r>
              <a:t>Ограбление срывается, когда к хранилищу пытается добраться другая группа.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Игрок в центре истории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515600" cy="448056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Игра от третьего лица: управляем Ником.</a:t>
            </a:r>
          </a:p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Исследуем заброшенные места и служебные зоны казино.</a:t>
            </a:r>
          </a:p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Лазание, скрытность, загадки, короткие схватки и погони.</a:t>
            </a:r>
          </a:p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Лео и Даниэль помогают по связи и во время миссий; решения влияют на отдельные события и финал.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Ник Харпер  / 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3BEC6"/>
                </a:solidFill>
                <a:latin typeface="Arial"/>
              </a:defRPr>
            </a:pPr>
            <a:r>
              <a:t>Согласованный визуальный концепт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04</a:t>
            </a:r>
          </a:p>
        </p:txBody>
      </p:sp>
      <p:pic>
        <p:nvPicPr>
          <p:cNvPr id="6" name="Picture 5" descr="lastbet_ni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49224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1965960"/>
            <a:ext cx="4069080" cy="3383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1EF"/>
                </a:solidFill>
                <a:latin typeface="Arial"/>
              </a:defRPr>
            </a:pPr>
            <a:r>
              <a:t>Главный герой и руководитель операции. Спокойный и наблюдательный; прошлое и причина его побега остаются тайной.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Лео Мартен  / 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3BEC6"/>
                </a:solidFill>
                <a:latin typeface="Arial"/>
              </a:defRPr>
            </a:pPr>
            <a:r>
              <a:t>Согласованный визуальный концепт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05</a:t>
            </a:r>
          </a:p>
        </p:txBody>
      </p:sp>
      <p:pic>
        <p:nvPicPr>
          <p:cNvPr id="6" name="Picture 5" descr="lastbet_l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49224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1965960"/>
            <a:ext cx="4069080" cy="3383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1EF"/>
                </a:solidFill>
                <a:latin typeface="Arial"/>
              </a:defRPr>
            </a:pPr>
            <a:r>
              <a:t>Специалист по технике и системам безопасности. Прямая и собранная; помогает команде обойти камеры и найти путь.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Даниэль Ривера  / 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3BEC6"/>
                </a:solidFill>
                <a:latin typeface="Arial"/>
              </a:defRPr>
            </a:pPr>
            <a:r>
              <a:t>Согласованный визуальный концепт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6" name="Picture 5" descr="lastbet_d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49224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1965960"/>
            <a:ext cx="4069080" cy="3383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1EF"/>
                </a:solidFill>
                <a:latin typeface="Arial"/>
              </a:defRPr>
            </a:pPr>
            <a:r>
              <a:t>Контакты, транспорт и пути отхода. Общительный и находчивый, сохраняет спокойствие под давлением.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Лау Вэй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3BEC6"/>
                </a:solidFill>
                <a:latin typeface="Arial"/>
              </a:defRPr>
            </a:pPr>
            <a:r>
              <a:t>Согласованный визуальный концепт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6" name="Picture 5" descr="lastbet_la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49224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1965960"/>
            <a:ext cx="4069080" cy="33832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0F1EF"/>
                </a:solidFill>
                <a:latin typeface="Arial"/>
              </a:defRPr>
            </a:pPr>
            <a:r>
              <a:t>Глава «Чёрного лотоса». Сдержанный и расчётливый противник, чьи деньги команда собирается украсть.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Команда и отношения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Раньше Ник, Лео и Даниэль искали сокровища в заброшенных местах и выполняли заказы на кражу ценностей.</a:t>
            </a:r>
          </a:p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В начале их связывают работа и взаимное доверие. Испытания постепенно превращают их в близких друзей.</a:t>
            </a:r>
          </a:p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Они знают об общих делах, но личная история Ника остаётся нераскрытой.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История: восемь миссий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394960" cy="42976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0F1EF"/>
                </a:solidFill>
                <a:latin typeface="Arial"/>
              </a:defRPr>
            </a:pPr>
            <a:r>
              <a:t>01  Старое дело — поиск камня</a:t>
            </a:r>
          </a:p>
          <a:p>
            <a:pPr>
              <a:spcAft>
                <a:spcPts val="1200"/>
              </a:spcAft>
              <a:defRPr sz="2000" b="0">
                <a:solidFill>
                  <a:srgbClr val="F0F1EF"/>
                </a:solidFill>
                <a:latin typeface="Arial"/>
              </a:defRPr>
            </a:pPr>
            <a:r>
              <a:t>02  Предложение — план ограбления</a:t>
            </a:r>
          </a:p>
          <a:p>
            <a:pPr>
              <a:spcAft>
                <a:spcPts val="1200"/>
              </a:spcAft>
              <a:defRPr sz="2000" b="0">
                <a:solidFill>
                  <a:srgbClr val="F0F1EF"/>
                </a:solidFill>
                <a:latin typeface="Arial"/>
              </a:defRPr>
            </a:pPr>
            <a:r>
              <a:t>03  Разведка в Макао</a:t>
            </a:r>
          </a:p>
          <a:p>
            <a:pPr>
              <a:spcAft>
                <a:spcPts val="1200"/>
              </a:spcAft>
              <a:defRPr sz="2000" b="0">
                <a:solidFill>
                  <a:srgbClr val="F0F1EF"/>
                </a:solidFill>
                <a:latin typeface="Arial"/>
              </a:defRPr>
            </a:pPr>
            <a:r>
              <a:t>04  Доступ — подготовка пропуска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212080" cy="42976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0F1EF"/>
                </a:solidFill>
                <a:latin typeface="Arial"/>
              </a:defRPr>
            </a:pPr>
            <a:r>
              <a:t>05  Путь отхода — стройка и порт</a:t>
            </a:r>
          </a:p>
          <a:p>
            <a:pPr>
              <a:spcAft>
                <a:spcPts val="1200"/>
              </a:spcAft>
              <a:defRPr sz="2000" b="0">
                <a:solidFill>
                  <a:srgbClr val="F0F1EF"/>
                </a:solidFill>
                <a:latin typeface="Arial"/>
              </a:defRPr>
            </a:pPr>
            <a:r>
              <a:t>06  Ночь ограбления</a:t>
            </a:r>
          </a:p>
          <a:p>
            <a:pPr>
              <a:spcAft>
                <a:spcPts val="1200"/>
              </a:spcAft>
              <a:defRPr sz="2000" b="0">
                <a:solidFill>
                  <a:srgbClr val="F0F1EF"/>
                </a:solidFill>
                <a:latin typeface="Arial"/>
              </a:defRPr>
            </a:pPr>
            <a:r>
              <a:t>07  Хранилище — деньги и футляр</a:t>
            </a:r>
          </a:p>
          <a:p>
            <a:pPr>
              <a:spcAft>
                <a:spcPts val="1200"/>
              </a:spcAft>
              <a:defRPr sz="2000" b="0">
                <a:solidFill>
                  <a:srgbClr val="F0F1EF"/>
                </a:solidFill>
                <a:latin typeface="Arial"/>
              </a:defRPr>
            </a:pPr>
            <a:r>
              <a:t>08  Последняя ставка — побег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Первая миссия: «Старое дело»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B3BEC6"/>
                </a:solidFill>
                <a:latin typeface="Arial"/>
              </a:defRPr>
            </a:pPr>
            <a:r>
              <a:t>Заброшенная усадьба на северном побережье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6" name="Picture 5" descr="lastbet_est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1088136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572000"/>
            <a:ext cx="10698480" cy="1417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0F1EF"/>
                </a:solidFill>
                <a:latin typeface="Arial"/>
              </a:defRPr>
            </a:pPr>
            <a:r>
              <a:t>Команда ищет синий камень «Слеза моря» в древнем бронзовом диске. После находки в усадьбе появляются неизвестные — героям приходится бежать к причалу.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Усадьба и загадка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5" name="Picture 4" descr="lastbet_roo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5836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828800"/>
            <a:ext cx="3931920" cy="42062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0F1EF"/>
                </a:solidFill>
                <a:latin typeface="Arial"/>
              </a:defRPr>
            </a:pPr>
            <a:r>
              <a:t>Двор → входной зал → кабинет → тайная комната.</a:t>
            </a:r>
          </a:p>
          <a:p>
            <a:pPr>
              <a:spcAft>
                <a:spcPts val="1200"/>
              </a:spcAft>
              <a:defRPr sz="1900" b="0">
                <a:solidFill>
                  <a:srgbClr val="F0F1EF"/>
                </a:solidFill>
                <a:latin typeface="Arial"/>
              </a:defRPr>
            </a:pPr>
            <a:r>
              <a:t>На карте и в записке скрыты подсказки к трём кольцам диска.</a:t>
            </a:r>
          </a:p>
          <a:p>
            <a:pPr>
              <a:spcAft>
                <a:spcPts val="1200"/>
              </a:spcAft>
              <a:defRPr sz="1900" b="0">
                <a:solidFill>
                  <a:srgbClr val="F0F1EF"/>
                </a:solidFill>
                <a:latin typeface="Arial"/>
              </a:defRPr>
            </a:pPr>
            <a:r>
              <a:t>Лео помогает по связи; затем команда уходит от преследователей.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Ограбление в Макао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07040" cy="43891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«Императорская жемчужина» — вымышленное казино, где на одну ночь оставляют деньги «Чёрного лотоса».</a:t>
            </a:r>
          </a:p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Команда изучает охрану, добывает доступ и готовит пути отхода.</a:t>
            </a:r>
          </a:p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Во время операции появляется другая группа: ей нужен загадочный футляр. Лау Вэй перекрывает выходы.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Финал и тайны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3891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Лау предлагает сделку: вернуть деньги в обмен на свободу команды.</a:t>
            </a:r>
          </a:p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Игрок выбирает — отдать деньги или попытаться их сохранить. После погони команда остаётся вместе.</a:t>
            </a:r>
          </a:p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Прошлое Ника, отправитель сообщений и содержимое футляра остаются загадками.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Какой будет игра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48056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0F1EF"/>
                </a:solidFill>
                <a:latin typeface="Arial"/>
              </a:defRPr>
            </a:pPr>
            <a:r>
              <a:t>Платформа: ПК  •  Движок: Unreal Engine 5</a:t>
            </a:r>
          </a:p>
          <a:p>
            <a:pPr>
              <a:spcAft>
                <a:spcPts val="1200"/>
              </a:spcAft>
              <a:defRPr sz="2200" b="0">
                <a:solidFill>
                  <a:srgbClr val="F0F1EF"/>
                </a:solidFill>
                <a:latin typeface="Arial"/>
              </a:defRPr>
            </a:pPr>
            <a:r>
              <a:t>Тон: реалистичный криминальный триллер без мистики.</a:t>
            </a:r>
          </a:p>
          <a:p>
            <a:pPr>
              <a:spcAft>
                <a:spcPts val="1200"/>
              </a:spcAft>
              <a:defRPr sz="2200" b="0">
                <a:solidFill>
                  <a:srgbClr val="F0F1EF"/>
                </a:solidFill>
                <a:latin typeface="Arial"/>
              </a:defRPr>
            </a:pPr>
            <a:r>
              <a:t>Визуальный ориентир: кинематографичные персонажи, северная усадьба и ночной Макао.</a:t>
            </a:r>
          </a:p>
          <a:p>
            <a:pPr>
              <a:spcAft>
                <a:spcPts val="1200"/>
              </a:spcAft>
              <a:defRPr sz="2200" b="0">
                <a:solidFill>
                  <a:srgbClr val="F0F1EF"/>
                </a:solidFill>
                <a:latin typeface="Arial"/>
              </a:defRPr>
            </a:pPr>
            <a:r>
              <a:t>Восемь миссий и основные механики согласованы как рабочая основа; объём и детали ещё могут измениться.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7AE68"/>
                </a:solidFill>
                <a:latin typeface="Arial"/>
              </a:defRPr>
            </a:pPr>
            <a:r>
              <a:t>LAST BET  /  КОНЦЕПЦИЯ ИГРЫ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F0F1EF"/>
                </a:solidFill>
                <a:latin typeface="Arial"/>
              </a:defRPr>
            </a:pPr>
            <a:r>
              <a:t>Следующий шаг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B3BEC6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Создать небольшой первый эпизод в Unreal Engine 5: причал → береговая тропа → двор усадьбы.</a:t>
            </a:r>
          </a:p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Проверить камеру, ходьбу, бег, прыжок, перелезание и диалог с Даниэлем.</a:t>
            </a:r>
          </a:p>
          <a:p>
            <a:pPr>
              <a:spcAft>
                <a:spcPts val="1200"/>
              </a:spcAft>
              <a:defRPr sz="2300" b="0">
                <a:solidFill>
                  <a:srgbClr val="F0F1EF"/>
                </a:solidFill>
                <a:latin typeface="Arial"/>
              </a:defRPr>
            </a:pPr>
            <a:r>
              <a:t>Затем добавить кабинет, загадку и побег. Согласованные изображения — концепты, а не готовые 3D-модели.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60704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D7AE68"/>
                </a:solidFill>
                <a:latin typeface="Arial"/>
              </a:defRPr>
            </a:pPr>
            <a:r>
              <a:t>Статус: концепция и визуальные референсы; проект Unreal ещё предстоит создать.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